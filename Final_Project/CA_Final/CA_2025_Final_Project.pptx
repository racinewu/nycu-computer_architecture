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5" r:id="rId1"/>
  </p:sldMasterIdLst>
  <p:notesMasterIdLst>
    <p:notesMasterId r:id="rId6"/>
  </p:notesMasterIdLst>
  <p:sldIdLst>
    <p:sldId id="256" r:id="rId2"/>
    <p:sldId id="270" r:id="rId3"/>
    <p:sldId id="268" r:id="rId4"/>
    <p:sldId id="267" r:id="rId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ieh_2001 QQ" initials="cQ" lastIdx="0" clrIdx="0">
    <p:extLst>
      <p:ext uri="{19B8F6BF-5375-455C-9EA6-DF929625EA0E}">
        <p15:presenceInfo xmlns:p15="http://schemas.microsoft.com/office/powerpoint/2012/main" userId="39dc26d5891d17e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7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83CCB0-5AE7-46CF-BA0E-B14E9A3B987A}" type="datetimeFigureOut">
              <a:rPr lang="zh-TW" altLang="en-US" smtClean="0"/>
              <a:t>2025/5/23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A0194C-D702-49D1-8982-78C1CE1F90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1874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A0194C-D702-49D1-8982-78C1CE1F901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9978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D1C49-94EE-482B-ADA4-245EC8E76ADC}" type="datetime1">
              <a:rPr lang="zh-TW" altLang="en-US" smtClean="0"/>
              <a:t>2025/5/23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5502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C78B-84C9-4A3B-8D83-57492BAE61AD}" type="datetime1">
              <a:rPr lang="zh-TW" altLang="en-US" smtClean="0"/>
              <a:t>2025/5/23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2439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9B15E-65FE-4964-BB48-4B84F5C21344}" type="datetime1">
              <a:rPr lang="zh-TW" altLang="en-US" smtClean="0"/>
              <a:t>2025/5/23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9288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FF556-ABB1-4232-AA8C-4B969F948ADE}" type="datetime1">
              <a:rPr lang="zh-TW" altLang="en-US" smtClean="0"/>
              <a:t>2025/5/23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9806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395F7-93D1-4AEA-BB1A-4904C89D10CF}" type="datetime1">
              <a:rPr lang="zh-TW" altLang="en-US" smtClean="0"/>
              <a:t>2025/5/23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361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974ED-6C0D-4354-827F-90F3D8685389}" type="datetime1">
              <a:rPr lang="zh-TW" altLang="en-US" smtClean="0"/>
              <a:t>2025/5/23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0919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3EB3C-89AA-4F7C-94BD-AE3D6373DFBC}" type="datetime1">
              <a:rPr lang="zh-TW" altLang="en-US" smtClean="0"/>
              <a:t>2025/5/23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3389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5034-5FC7-4247-96A9-E3908F923F9D}" type="datetime1">
              <a:rPr lang="zh-TW" altLang="en-US" smtClean="0"/>
              <a:t>2025/5/23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3861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B1680-BA2A-4011-8DFD-13DF68C6560A}" type="datetime1">
              <a:rPr lang="zh-TW" altLang="en-US" smtClean="0"/>
              <a:t>2025/5/23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4038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3BCD3-0308-4DF1-BC7F-3795E51CDC99}" type="datetime1">
              <a:rPr lang="zh-TW" altLang="en-US" smtClean="0"/>
              <a:t>2025/5/23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6291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B2678-5877-426B-A86D-CA8A54D73F89}" type="datetime1">
              <a:rPr lang="zh-TW" altLang="en-US" smtClean="0"/>
              <a:t>2025/5/23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351369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5F43C-DED4-4906-B5A0-E6845FF91CF4}" type="datetime1">
              <a:rPr lang="zh-TW" altLang="en-US" smtClean="0"/>
              <a:t>2025/5/23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8769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176DA-F3C5-435C-9AD2-58948316C45E}" type="datetime1">
              <a:rPr lang="zh-TW" altLang="en-US" smtClean="0"/>
              <a:t>2025/5/23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69159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D6535-4175-4AF4-9384-5F6C5F504CFD}" type="datetime1">
              <a:rPr lang="zh-TW" altLang="en-US" smtClean="0"/>
              <a:t>2025/5/23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85698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3E932-58FB-4D24-9E3A-6E1C8A3CA005}" type="datetime1">
              <a:rPr lang="zh-TW" altLang="en-US" smtClean="0"/>
              <a:t>2025/5/23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71079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7DEEF-39AD-4E55-A1EC-F4D9E41B49AE}" type="datetime1">
              <a:rPr lang="zh-TW" altLang="en-US" smtClean="0"/>
              <a:t>2025/5/23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6446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B68D44-E42A-40E2-8CD0-301B687EF843}" type="datetime1">
              <a:rPr lang="zh-TW" altLang="en-US" smtClean="0"/>
              <a:t>2025/5/23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7284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FIi1MJADIRhS8yG-_qiFSbxGsWwLTkb7U44OHOBEudw/edit?usp=shar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6576491" cy="1646302"/>
          </a:xfrm>
        </p:spPr>
        <p:txBody>
          <a:bodyPr/>
          <a:lstStyle/>
          <a:p>
            <a:pPr algn="ctr"/>
            <a:r>
              <a:rPr lang="en-US" altLang="zh-TW" dirty="0"/>
              <a:t>Computer Architecture:</a:t>
            </a:r>
            <a:br>
              <a:rPr lang="en-US" altLang="zh-TW" dirty="0"/>
            </a:br>
            <a:r>
              <a:rPr lang="en-US" altLang="zh-TW" sz="3200" dirty="0"/>
              <a:t>Final Project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30595" y="4295278"/>
            <a:ext cx="5826719" cy="1096899"/>
          </a:xfrm>
        </p:spPr>
        <p:txBody>
          <a:bodyPr>
            <a:normAutofit/>
          </a:bodyPr>
          <a:lstStyle/>
          <a:p>
            <a:r>
              <a:rPr lang="en-US" altLang="zh-TW" dirty="0"/>
              <a:t>Computer Architecture 2025 (Prof. </a:t>
            </a:r>
            <a:r>
              <a:rPr lang="en-US" altLang="zh-TW" dirty="0" err="1"/>
              <a:t>Chih</a:t>
            </a:r>
            <a:r>
              <a:rPr lang="en-US" altLang="zh-TW" dirty="0"/>
              <a:t>-Wei Liu) </a:t>
            </a:r>
          </a:p>
        </p:txBody>
      </p:sp>
    </p:spTree>
    <p:extLst>
      <p:ext uri="{BB962C8B-B14F-4D97-AF65-F5344CB8AC3E}">
        <p14:creationId xmlns:p14="http://schemas.microsoft.com/office/powerpoint/2010/main" val="3590306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題目方向</a:t>
            </a:r>
            <a:r>
              <a:rPr lang="en-US" altLang="zh-TW" dirty="0"/>
              <a:t>&amp;</a:t>
            </a:r>
            <a:r>
              <a:rPr lang="zh-TW" altLang="en-US" dirty="0"/>
              <a:t>組別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598" y="2160590"/>
            <a:ext cx="7409689" cy="3880773"/>
          </a:xfrm>
        </p:spPr>
        <p:txBody>
          <a:bodyPr>
            <a:normAutofit/>
          </a:bodyPr>
          <a:lstStyle/>
          <a:p>
            <a:r>
              <a:rPr lang="zh-TW" altLang="en-US" dirty="0"/>
              <a:t>主題</a:t>
            </a:r>
            <a:r>
              <a:rPr lang="en-US" altLang="zh-TW" dirty="0"/>
              <a:t>: </a:t>
            </a:r>
            <a:r>
              <a:rPr lang="zh-TW" altLang="en-US" dirty="0">
                <a:solidFill>
                  <a:srgbClr val="FF0000"/>
                </a:solidFill>
              </a:rPr>
              <a:t>影像處理相關演算法</a:t>
            </a:r>
            <a:endParaRPr lang="en-US" altLang="zh-TW" dirty="0">
              <a:solidFill>
                <a:srgbClr val="FF0000"/>
              </a:solidFill>
            </a:endParaRPr>
          </a:p>
          <a:p>
            <a:pPr lvl="1"/>
            <a:r>
              <a:rPr lang="zh-TW" altLang="en-US" dirty="0"/>
              <a:t>運算量大且可平行化的演算法</a:t>
            </a:r>
            <a:endParaRPr lang="en-US" altLang="zh-TW" dirty="0"/>
          </a:p>
          <a:p>
            <a:pPr lvl="1"/>
            <a:r>
              <a:rPr lang="zh-TW" altLang="en-US" dirty="0"/>
              <a:t>不得選擇神經網路相關主題</a:t>
            </a:r>
            <a:endParaRPr lang="en-US" altLang="zh-TW" dirty="0"/>
          </a:p>
          <a:p>
            <a:r>
              <a:rPr lang="zh-TW" altLang="en-US" dirty="0"/>
              <a:t>分組</a:t>
            </a:r>
            <a:r>
              <a:rPr lang="en-US" altLang="zh-TW" dirty="0"/>
              <a:t>:</a:t>
            </a:r>
            <a:endParaRPr lang="en-US" altLang="zh-TW" dirty="0">
              <a:solidFill>
                <a:srgbClr val="FF0000"/>
              </a:solidFill>
            </a:endParaRPr>
          </a:p>
          <a:p>
            <a:pPr lvl="1"/>
            <a:r>
              <a:rPr lang="zh-TW" altLang="en-US" dirty="0">
                <a:solidFill>
                  <a:srgbClr val="FF0000"/>
                </a:solidFill>
              </a:rPr>
              <a:t>最多兩人一組</a:t>
            </a:r>
            <a:r>
              <a:rPr lang="zh-TW" altLang="en-US" dirty="0"/>
              <a:t>，也可單人，須註明分工。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5/30 </a:t>
            </a:r>
            <a:r>
              <a:rPr lang="zh-TW" altLang="en-US" dirty="0">
                <a:solidFill>
                  <a:srgbClr val="FF0000"/>
                </a:solidFill>
              </a:rPr>
              <a:t>前</a:t>
            </a:r>
            <a:r>
              <a:rPr lang="zh-TW" altLang="en-US" dirty="0"/>
              <a:t>找好組員請至                 </a:t>
            </a:r>
            <a:r>
              <a:rPr lang="en-US" altLang="zh-TW" dirty="0">
                <a:hlinkClick r:id="rId2"/>
              </a:rPr>
              <a:t>https://docs.google.com/spreadsheets/d/1FIi1MJADIRhS8yG-_qiFSbxGsWwLTkb7U44OHOBEudw/edit?usp=sharing</a:t>
            </a:r>
            <a:endParaRPr lang="en-US" altLang="zh-TW" dirty="0"/>
          </a:p>
          <a:p>
            <a:pPr marL="457200" lvl="1" indent="0">
              <a:buNone/>
            </a:pPr>
            <a:r>
              <a:rPr lang="zh-TW" altLang="en-US" dirty="0"/>
              <a:t>      填寫</a:t>
            </a:r>
            <a:r>
              <a:rPr lang="zh-TW" altLang="en-US" dirty="0">
                <a:solidFill>
                  <a:srgbClr val="FF0000"/>
                </a:solidFill>
              </a:rPr>
              <a:t>組員學號</a:t>
            </a:r>
            <a:r>
              <a:rPr lang="zh-TW" altLang="en-US" dirty="0"/>
              <a:t>以及</a:t>
            </a:r>
            <a:r>
              <a:rPr lang="zh-TW" altLang="en-US" dirty="0">
                <a:solidFill>
                  <a:srgbClr val="FF0000"/>
                </a:solidFill>
              </a:rPr>
              <a:t>主題</a:t>
            </a:r>
            <a:r>
              <a:rPr lang="zh-TW" altLang="en-US" dirty="0"/>
              <a:t>，若自己一組則填寫自己學號即可</a:t>
            </a:r>
            <a:br>
              <a:rPr lang="zh-TW" altLang="en-US" dirty="0"/>
            </a:b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921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517342" cy="1320800"/>
          </a:xfrm>
        </p:spPr>
        <p:txBody>
          <a:bodyPr>
            <a:normAutofit/>
          </a:bodyPr>
          <a:lstStyle/>
          <a:p>
            <a:r>
              <a:rPr lang="en-US" altLang="zh-TW" dirty="0"/>
              <a:t>Report </a:t>
            </a:r>
            <a:r>
              <a:rPr lang="zh-TW" altLang="en-US" dirty="0"/>
              <a:t>內容 </a:t>
            </a:r>
            <a:br>
              <a:rPr lang="en-US" altLang="zh-TW" dirty="0"/>
            </a:br>
            <a:r>
              <a:rPr lang="en-US" altLang="zh-TW" dirty="0"/>
              <a:t>(</a:t>
            </a:r>
            <a:r>
              <a:rPr lang="zh-TW" altLang="en-US" dirty="0"/>
              <a:t>僅供參考，同學可以自行增減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題目</a:t>
            </a:r>
            <a:endParaRPr lang="en-US" altLang="zh-TW" dirty="0"/>
          </a:p>
          <a:p>
            <a:r>
              <a:rPr lang="zh-TW" altLang="en-US" dirty="0"/>
              <a:t>環境</a:t>
            </a:r>
            <a:endParaRPr lang="en-US" altLang="zh-TW" dirty="0"/>
          </a:p>
          <a:p>
            <a:r>
              <a:rPr lang="zh-TW" altLang="en-US" dirty="0"/>
              <a:t>檔案說明</a:t>
            </a:r>
            <a:endParaRPr lang="en-US" altLang="zh-TW" dirty="0"/>
          </a:p>
          <a:p>
            <a:r>
              <a:rPr lang="zh-TW" altLang="en-US" dirty="0"/>
              <a:t>演算法內容</a:t>
            </a:r>
            <a:endParaRPr lang="en-US" altLang="zh-TW" dirty="0"/>
          </a:p>
          <a:p>
            <a:r>
              <a:rPr lang="zh-TW" altLang="en-US" dirty="0"/>
              <a:t>切割方式</a:t>
            </a:r>
            <a:endParaRPr lang="en-US" altLang="zh-TW" dirty="0"/>
          </a:p>
          <a:p>
            <a:r>
              <a:rPr lang="zh-TW" altLang="en-US" dirty="0"/>
              <a:t>模擬結果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03770A2-15B5-7AD2-76AD-A0B43C54C593}"/>
              </a:ext>
            </a:extLst>
          </p:cNvPr>
          <p:cNvSpPr txBox="1"/>
          <p:nvPr/>
        </p:nvSpPr>
        <p:spPr>
          <a:xfrm>
            <a:off x="609597" y="4898743"/>
            <a:ext cx="58350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b="0" i="0" dirty="0">
                <a:solidFill>
                  <a:srgbClr val="636C76"/>
                </a:solidFill>
                <a:effectLst/>
                <a:highlight>
                  <a:srgbClr val="FFFFFF"/>
                </a:highlight>
                <a:latin typeface="-apple-system"/>
              </a:rPr>
              <a:t>抄襲同學</a:t>
            </a:r>
            <a:r>
              <a:rPr lang="en-US" altLang="zh-TW" sz="2400" b="0" i="0" dirty="0">
                <a:solidFill>
                  <a:srgbClr val="636C76"/>
                </a:solidFill>
                <a:effectLst/>
                <a:highlight>
                  <a:srgbClr val="FFFFFF"/>
                </a:highlight>
                <a:latin typeface="-apple-system"/>
              </a:rPr>
              <a:t>/</a:t>
            </a:r>
            <a:r>
              <a:rPr lang="zh-TW" altLang="en-US" sz="2400" b="0" i="0" dirty="0">
                <a:solidFill>
                  <a:srgbClr val="636C76"/>
                </a:solidFill>
                <a:effectLst/>
                <a:highlight>
                  <a:srgbClr val="FFFFFF"/>
                </a:highlight>
                <a:latin typeface="-apple-system"/>
              </a:rPr>
              <a:t>學長姐的話</a:t>
            </a:r>
            <a:endParaRPr lang="en-US" altLang="zh-TW" sz="2400" b="0" i="0" dirty="0">
              <a:solidFill>
                <a:srgbClr val="636C76"/>
              </a:solidFill>
              <a:effectLst/>
              <a:highlight>
                <a:srgbClr val="FFFFFF"/>
              </a:highlight>
              <a:latin typeface="-apple-system"/>
            </a:endParaRPr>
          </a:p>
          <a:p>
            <a:r>
              <a:rPr lang="zh-TW" altLang="en-US" sz="2400" b="0" i="0" dirty="0">
                <a:solidFill>
                  <a:srgbClr val="636C76"/>
                </a:solidFill>
                <a:effectLst/>
                <a:highlight>
                  <a:srgbClr val="FFFFFF"/>
                </a:highlight>
                <a:latin typeface="-apple-system"/>
              </a:rPr>
              <a:t>分數直接歸 </a:t>
            </a:r>
            <a:r>
              <a:rPr lang="en-US" altLang="zh-TW" sz="2400" b="0" i="0" dirty="0">
                <a:solidFill>
                  <a:srgbClr val="636C76"/>
                </a:solidFill>
                <a:effectLst/>
                <a:highlight>
                  <a:srgbClr val="FFFFFF"/>
                </a:highlight>
                <a:latin typeface="-apple-system"/>
              </a:rPr>
              <a:t>0</a:t>
            </a:r>
            <a:r>
              <a:rPr lang="zh-TW" altLang="en-US" sz="2400" b="0" i="0" dirty="0">
                <a:solidFill>
                  <a:srgbClr val="636C76"/>
                </a:solidFill>
                <a:effectLst/>
                <a:highlight>
                  <a:srgbClr val="FFFFFF"/>
                </a:highlight>
                <a:latin typeface="-apple-system"/>
              </a:rPr>
              <a:t> 哦，歹路毋通行 ❤️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82177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繳交方式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599" y="2160590"/>
            <a:ext cx="6589060" cy="3880773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繳交檔案</a:t>
            </a:r>
            <a:endParaRPr lang="en-US" altLang="zh-TW" dirty="0"/>
          </a:p>
          <a:p>
            <a:pPr lvl="1"/>
            <a:r>
              <a:rPr lang="zh-TW" altLang="en-US" dirty="0"/>
              <a:t>學號</a:t>
            </a:r>
            <a:r>
              <a:rPr lang="en-US" altLang="zh-TW" dirty="0"/>
              <a:t>1_</a:t>
            </a:r>
            <a:r>
              <a:rPr lang="zh-TW" altLang="en-US" dirty="0"/>
              <a:t>學號</a:t>
            </a:r>
            <a:r>
              <a:rPr lang="en-US" altLang="zh-TW" dirty="0"/>
              <a:t>2.zip</a:t>
            </a:r>
            <a:r>
              <a:rPr lang="zh-TW" altLang="en-US" dirty="0"/>
              <a:t>  </a:t>
            </a:r>
            <a:r>
              <a:rPr lang="en-US" altLang="zh-TW" dirty="0"/>
              <a:t>(ex: 313510001_313510002.zip)</a:t>
            </a:r>
          </a:p>
          <a:p>
            <a:pPr lvl="1"/>
            <a:r>
              <a:rPr lang="zh-TW" altLang="en-US" dirty="0"/>
              <a:t>壓縮檔至少包含 </a:t>
            </a:r>
            <a:r>
              <a:rPr lang="en-US" altLang="zh-TW" dirty="0"/>
              <a:t>Readme.txt</a:t>
            </a:r>
            <a:r>
              <a:rPr lang="zh-TW" altLang="en-US" dirty="0"/>
              <a:t>、</a:t>
            </a:r>
            <a:r>
              <a:rPr lang="en-US" altLang="zh-TW" dirty="0"/>
              <a:t>main.cu</a:t>
            </a:r>
            <a:r>
              <a:rPr lang="zh-TW" altLang="en-US" dirty="0"/>
              <a:t>、</a:t>
            </a:r>
            <a:r>
              <a:rPr lang="en-US" altLang="zh-TW" dirty="0"/>
              <a:t>cuda1.cu</a:t>
            </a:r>
            <a:r>
              <a:rPr lang="zh-TW" altLang="en-US" dirty="0"/>
              <a:t> 、</a:t>
            </a:r>
            <a:r>
              <a:rPr lang="en-US" altLang="zh-TW" dirty="0"/>
              <a:t>cuda2.cu </a:t>
            </a:r>
            <a:r>
              <a:rPr lang="zh-TW" altLang="en-US" dirty="0"/>
              <a:t>、</a:t>
            </a:r>
            <a:r>
              <a:rPr lang="en-US" altLang="zh-TW" dirty="0"/>
              <a:t>Report_</a:t>
            </a:r>
            <a:r>
              <a:rPr lang="zh-TW" altLang="en-US" dirty="0"/>
              <a:t>學號</a:t>
            </a:r>
            <a:r>
              <a:rPr lang="en-US" altLang="zh-TW" dirty="0"/>
              <a:t>1_</a:t>
            </a:r>
            <a:r>
              <a:rPr lang="zh-TW" altLang="en-US" dirty="0"/>
              <a:t>學號</a:t>
            </a:r>
            <a:r>
              <a:rPr lang="en-US" altLang="zh-TW" dirty="0"/>
              <a:t>2.pdf  (ex: Report_ 313510001_313510002.pdf)</a:t>
            </a:r>
          </a:p>
          <a:p>
            <a:pPr lvl="1"/>
            <a:r>
              <a:rPr lang="zh-TW" altLang="en-US" dirty="0"/>
              <a:t>請同學於</a:t>
            </a:r>
            <a:r>
              <a:rPr lang="en-US" altLang="zh-TW" dirty="0"/>
              <a:t>Readme.txt</a:t>
            </a:r>
            <a:r>
              <a:rPr lang="zh-TW" altLang="en-US" dirty="0"/>
              <a:t>說明如何執行同學的程式，若有其他額外檔案，請於</a:t>
            </a:r>
            <a:r>
              <a:rPr lang="en-US" altLang="zh-TW" dirty="0"/>
              <a:t>report</a:t>
            </a:r>
            <a:r>
              <a:rPr lang="zh-TW" altLang="en-US" dirty="0"/>
              <a:t>中列舉。</a:t>
            </a:r>
            <a:endParaRPr lang="en-US" altLang="zh-TW" dirty="0"/>
          </a:p>
          <a:p>
            <a:r>
              <a:rPr lang="zh-TW" altLang="en-US" dirty="0"/>
              <a:t>繳交平台</a:t>
            </a:r>
            <a:endParaRPr lang="en-US" altLang="zh-TW" dirty="0"/>
          </a:p>
          <a:p>
            <a:pPr lvl="1"/>
            <a:r>
              <a:rPr lang="en-US" altLang="zh-TW" dirty="0"/>
              <a:t>New E3</a:t>
            </a:r>
            <a:r>
              <a:rPr lang="zh-TW" altLang="en-US" dirty="0"/>
              <a:t>教學平台</a:t>
            </a:r>
            <a:endParaRPr lang="en-US" altLang="zh-TW" dirty="0"/>
          </a:p>
          <a:p>
            <a:r>
              <a:rPr lang="zh-TW" altLang="en-US" dirty="0"/>
              <a:t>繳交期限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6/18</a:t>
            </a:r>
            <a:r>
              <a:rPr lang="en-US" altLang="zh-TW" dirty="0"/>
              <a:t> (</a:t>
            </a:r>
            <a:r>
              <a:rPr lang="zh-TW" altLang="en-US" dirty="0"/>
              <a:t>三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23:59</a:t>
            </a:r>
          </a:p>
          <a:p>
            <a:pPr lvl="1"/>
            <a:r>
              <a:rPr lang="zh-TW" altLang="en-US" dirty="0"/>
              <a:t>補交最後期限 </a:t>
            </a:r>
            <a:r>
              <a:rPr lang="en-US" altLang="zh-TW" dirty="0">
                <a:solidFill>
                  <a:srgbClr val="FF0000"/>
                </a:solidFill>
              </a:rPr>
              <a:t>6/20</a:t>
            </a:r>
            <a:r>
              <a:rPr lang="en-US" altLang="zh-TW" dirty="0"/>
              <a:t> (</a:t>
            </a:r>
            <a:r>
              <a:rPr lang="zh-TW" altLang="en-US" dirty="0"/>
              <a:t>五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23:59</a:t>
            </a:r>
            <a:r>
              <a:rPr lang="zh-TW" altLang="en-US" dirty="0"/>
              <a:t> </a:t>
            </a:r>
            <a:r>
              <a:rPr lang="en-US" altLang="zh-TW" dirty="0"/>
              <a:t>=&gt;</a:t>
            </a:r>
            <a:r>
              <a:rPr lang="zh-TW" altLang="en-US" dirty="0"/>
              <a:t> 七折計算</a:t>
            </a:r>
            <a:endParaRPr lang="en-US" altLang="zh-TW" dirty="0"/>
          </a:p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5362607"/>
      </p:ext>
    </p:extLst>
  </p:cSld>
  <p:clrMapOvr>
    <a:masterClrMapping/>
  </p:clrMapOvr>
</p:sld>
</file>

<file path=ppt/theme/theme1.xml><?xml version="1.0" encoding="utf-8"?>
<a:theme xmlns:a="http://schemas.openxmlformats.org/drawingml/2006/main" name="多面向">
  <a:themeElements>
    <a:clrScheme name="多面向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自訂 1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7889</TotalTime>
  <Words>258</Words>
  <Application>Microsoft Office PowerPoint</Application>
  <PresentationFormat>如螢幕大小 (4:3)</PresentationFormat>
  <Paragraphs>33</Paragraphs>
  <Slides>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-apple-system</vt:lpstr>
      <vt:lpstr>Arial</vt:lpstr>
      <vt:lpstr>Calibri</vt:lpstr>
      <vt:lpstr>Times New Roman</vt:lpstr>
      <vt:lpstr>Wingdings 3</vt:lpstr>
      <vt:lpstr>多面向</vt:lpstr>
      <vt:lpstr>Computer Architecture: Final Project</vt:lpstr>
      <vt:lpstr>題目方向&amp;組別</vt:lpstr>
      <vt:lpstr>Report 內容  (僅供參考，同學可以自行增減)</vt:lpstr>
      <vt:lpstr>繳交方式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chenyen</dc:creator>
  <cp:lastModifiedBy>雅淇 莊</cp:lastModifiedBy>
  <cp:revision>921</cp:revision>
  <dcterms:created xsi:type="dcterms:W3CDTF">2014-05-29T14:08:15Z</dcterms:created>
  <dcterms:modified xsi:type="dcterms:W3CDTF">2025-05-23T08:04:41Z</dcterms:modified>
</cp:coreProperties>
</file>